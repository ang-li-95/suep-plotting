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raised: why is the LLP eta distribution asymmetric? Answer: it is real, it is in the gen record, and it looks like a generator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Blue/red are the two temperatures, black dashed is the same histogram mirrored about zero. The ratio panel is the asymmetry.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starred lives in the rest frame of the meson system. The axes are still the lab axes — that is what makes a z-preference meaningful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for the next six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mirror test as the previous slide, applied to the Higgs.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panel is log scale; all four residual components peak at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plot: the anisotropy singles out one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curves lie on top of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2D density. Right: profile of the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cleanest statement: raw numbers straight out of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tried to explain it away as a frame convention. It does not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= (N₋ − N₊)/(N₋ + N₊) quoted under each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copy-paste slip: the transverse components are right, the longitudinal one repeats sin(theta). Note it also means the vector magnitude is not the sampled |p| — the momentum spectrum is distorted too, not only the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data points on top of the toy. Right: why |eta|-folding is a cosmetic fix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generator experts to look at the momentum-sampling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B2CB"/>
                </a:solidFill>
                <a:latin typeface="Calibri"/>
              </a:rPr>
              <a:t>GENERATOR-LEVEL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A forward–backward asymmetry
in the SUEP dark mesons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5196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Calibri"/>
              </a:rPr>
              <a:t>The dark mesons in the private SUEPs_Gen2 2024 samples are emitted preferentially towards lab −z. Traced to a one-character typo in the CMSSW SUEP shower, fixed upstream in CMSSW_15_0_15.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EA3BC"/>
                </a:solidFill>
                <a:latin typeface="Calibri"/>
              </a:rPr>
              <a:t>Ang Li  ·  29 July 2026  ·  ggH, mMed = 125 GeV, mDark = 2 GeV, cτ = 5 m  ·  60k events (T = 1, T =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The observation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52704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463040"/>
            <a:ext cx="5212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Gen dark mesons (SUEPGenPart, pdgId 999999) sit preferentially at negative η, in every file and at both temperatures.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45973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5212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Mirroring the histogram makes it plain: h(η)/h(−η) slopes from about 1.25 down to 0.75 across the range.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3392424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328416"/>
            <a:ext cx="5212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pp collisions have no preferred z direction, so this cannot be physical.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7200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4572E"/>
                </a:solidFill>
                <a:latin typeface="Cambria"/>
              </a:rPr>
              <a:t>−0.158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0235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⟨η⟩, T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457200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4572E"/>
                </a:solidFill>
                <a:latin typeface="Cambria"/>
              </a:rPr>
              <a:t>−0.217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510235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⟨η⟩, T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457200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C7293"/>
                </a:solidFill>
                <a:latin typeface="Cambria"/>
              </a:rPr>
              <a:t>≥ 36σ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5102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even counting each event
as one measurement</a:t>
            </a:r>
          </a:p>
        </p:txBody>
      </p:sp>
      <p:pic>
        <p:nvPicPr>
          <p:cNvPr id="15" name="Picture 14" descr="fig1_lab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800600" cy="4184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Notation: the starred quantities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1848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B2A41"/>
                </a:solidFill>
                <a:latin typeface="Calibri"/>
              </a:rPr>
              <a:t>the summed 4-momentum of all the dark mesons in an event — equal to the Higgs to 1.8 GeV 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05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23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B2A41"/>
                </a:solidFill>
                <a:latin typeface="Calibri"/>
              </a:rPr>
              <a:t>measured in the rest frame of S. The boost is a pure boost, so the starred axes stay parallel to the lab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352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p*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2783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B2A41"/>
                </a:solidFill>
                <a:latin typeface="Calibri"/>
              </a:rPr>
              <a:t>the momentum magnitude of one meson in that frame: how hard the meson is. ⟨p*⟩ = 3.4 GeV.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39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cosθ*_z = p*_z / p*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3250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B2A41"/>
                </a:solidFill>
                <a:latin typeface="Calibri"/>
              </a:rPr>
              <a:t>where that meson points relative to the beam. +1 along +z, 0 transverse, −1 along −z.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5445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cosθ*_x , cosθ*_y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83717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B2A41"/>
                </a:solidFill>
                <a:latin typeface="Calibri"/>
              </a:rPr>
              <a:t>the same construction against the lab x and y axes — the control directions.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corr(p*, cosθ*_z)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418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B2A41"/>
                </a:solidFill>
                <a:latin typeface="Calibri"/>
              </a:rPr>
              <a:t>Pearson coefficient over all 1.24M mesons: 0 means the direction tells you nothing about the momentum, ±1 means it fixes it.</a:t>
            </a:r>
          </a:p>
        </p:txBody>
      </p:sp>
      <p:pic>
        <p:nvPicPr>
          <p:cNvPr id="15" name="Picture 14" descr="fig0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074920" cy="2041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92240" y="3840480"/>
            <a:ext cx="5074920" cy="146304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4041648"/>
            <a:ext cx="4562856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B2A41"/>
                </a:solidFill>
                <a:latin typeface="Calibri"/>
              </a:rPr>
              <a:t>If the mesons were emitted isotropically, all three cosines would be flat on [−1, +1] and uncorrelated with p*. That is the null hypothesis every plot in this deck is tested against.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Six things that would have to be 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98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6B7A8F"/>
                </a:solidFill>
                <a:latin typeface="Calibri"/>
              </a:rPr>
              <a:t>Each check below is a way the asymmetry could have been mundane. None of them survived.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96596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2167128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6" name="Oval 5"/>
          <p:cNvSpPr/>
          <p:nvPr/>
        </p:nvSpPr>
        <p:spPr>
          <a:xfrm>
            <a:off x="969264" y="22037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75234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Is the parent Higgs asymmetric?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28269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4572E"/>
                </a:solidFill>
                <a:latin typeface="Calibri"/>
              </a:rPr>
              <a:t>No — ⟨ηₕ⟩ = +0.004 ± 0.014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167128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645152" y="22037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75234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Is 4-momentum conserved?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28269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4572E"/>
                </a:solidFill>
                <a:latin typeface="Calibri"/>
              </a:rPr>
              <a:t>Yes — exactly, m = 124.9995 GeV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96596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2167128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6" name="Oval 15"/>
          <p:cNvSpPr/>
          <p:nvPr/>
        </p:nvSpPr>
        <p:spPr>
          <a:xfrm>
            <a:off x="8321039" y="22037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75234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Is the decay isotropic at rest?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328269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4572E"/>
                </a:solidFill>
                <a:latin typeface="Calibri"/>
              </a:rPr>
              <a:t>Only in x and y, not in 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11480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1" name="Oval 20"/>
          <p:cNvSpPr/>
          <p:nvPr/>
        </p:nvSpPr>
        <p:spPr>
          <a:xfrm>
            <a:off x="969264" y="435254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90118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Does the axis follow the parent?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43153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4572E"/>
                </a:solidFill>
                <a:latin typeface="Calibri"/>
              </a:rPr>
              <a:t>No — it is the fixed lab 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11480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315968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6" name="Oval 25"/>
          <p:cNvSpPr/>
          <p:nvPr/>
        </p:nvSpPr>
        <p:spPr>
          <a:xfrm>
            <a:off x="4645152" y="435254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90118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Is |p*| tied to the direction?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543153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4572E"/>
                </a:solidFill>
                <a:latin typeface="Calibri"/>
              </a:rPr>
              <a:t>Yes — strongly, corr = 0.72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7" y="411480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9" y="4315968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1" name="Oval 30"/>
          <p:cNvSpPr/>
          <p:nvPr/>
        </p:nvSpPr>
        <p:spPr>
          <a:xfrm>
            <a:off x="8321039" y="435254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490118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Could it be a frame error?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543153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4572E"/>
                </a:solidFill>
                <a:latin typeface="Calibri"/>
              </a:rPr>
              <a:t>No — nothing restores isotropy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" y="548640"/>
            <a:ext cx="101251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The parent Higgs is clean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66420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The last-copy Higgs (status 62) is symmetric to the precision of the sample.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59689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532888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⟨ηₕ⟩ = +0.004 ± 0.014 and frac(ηₕ &lt; 0) = 0.4983 — both consistent with zero.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529584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465576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So production is fine. Whatever happens, happens in the decay.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6177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818888"/>
            <a:ext cx="488289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B2A41"/>
                </a:solidFill>
                <a:latin typeface="Calibri"/>
              </a:rPr>
              <a:t>Rules out: a biased ggH production or a beam-configuration problem.</a:t>
            </a:r>
          </a:p>
        </p:txBody>
      </p:sp>
      <p:pic>
        <p:nvPicPr>
          <p:cNvPr id="12" name="Picture 11" descr="fig2_higgs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617720" cy="4112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" y="548640"/>
            <a:ext cx="101251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4-momentum closes exactly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38988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25880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Σᵢ pᵢ(mesons) − p(H) is consistent with zero in every component (⟨Δp_z⟩ = −0.019 GeV).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920239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56231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The invariant mass of the dark-meson system is 124.9995 GeV.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450591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86584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Rules out a broken boost, a truncated collection, or missing and double-counted mesons — the set we are looking at is complete.</a:t>
            </a:r>
          </a:p>
        </p:txBody>
      </p:sp>
      <p:pic>
        <p:nvPicPr>
          <p:cNvPr id="10" name="Picture 9" descr="fig3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999232"/>
            <a:ext cx="9509760" cy="3383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" y="548640"/>
            <a:ext cx="101251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In the rest frame: isotropic in x and y, not in z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66420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51206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Boosting to the frame where the meson system is at rest, the direction cosines along x and y are flat and centred on zero.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68833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624328"/>
            <a:ext cx="51206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Along z they are not: ⟨cosθ*_z⟩ = −0.1822, a 420σ departure.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712464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648456"/>
            <a:ext cx="51206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The +z pole is essentially empty — 14691 mesons in the first bin against 15 in the last.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9204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4572E"/>
                </a:solidFill>
                <a:latin typeface="Cambria"/>
              </a:rPr>
              <a:t>−0.1822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223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⟨cosθ*_z⟩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9204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C7293"/>
                </a:solidFill>
                <a:latin typeface="Cambria"/>
              </a:rPr>
              <a:t>−0.0000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4223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⟨cosθ*_x⟩, ⟨cosθ*_y⟩</a:t>
            </a:r>
          </a:p>
        </p:txBody>
      </p:sp>
      <p:pic>
        <p:nvPicPr>
          <p:cNvPr id="14" name="Picture 13" descr="fig4_restframe_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4983480" cy="3824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" y="548640"/>
            <a:ext cx="101251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The axis is the fixed lab z, not the parent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66420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Split the mesons by the sign of their own parent's rapidity.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59689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532888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ηₕ &lt; 0 gives ⟨cosθ*_z⟩ = −0.1823; ηₕ &gt; 0 gives −0.1821. Identical.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529584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465576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A physical decay asymmetry would have to flip with the parent. This one does not — it points at lab −z regardless.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80060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5001768"/>
            <a:ext cx="488289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B2A41"/>
                </a:solidFill>
                <a:latin typeface="Calibri"/>
              </a:rPr>
              <a:t>This is the step that makes a physics explanation impossible: no decay can know about the laboratory z axis.</a:t>
            </a:r>
          </a:p>
        </p:txBody>
      </p:sp>
      <p:pic>
        <p:nvPicPr>
          <p:cNvPr id="12" name="Picture 11" descr="fig5_cos_by_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54480"/>
            <a:ext cx="4617720" cy="38087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" y="548640"/>
            <a:ext cx="101251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Soft mesons go −z, hard mesons go +z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38988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25880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|p*| and cosθ*_z are almost one-to-one: the profile runs from −0.68 at low p* to +0.59 at high p*, with a sharp edge near cosθ*_z ≈ 0.6.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920239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56231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The momentum-weighted ⟨cosθ*_z⟩ is 0.000000 — the momenta still balance. Over all mesons, corr(p*, cosθ*_z) = +0.72.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450591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86584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The imbalance is in the number of mesons, not in the momentum. That is why η is skewed while the total still adds up to the Higgs.</a:t>
            </a:r>
          </a:p>
        </p:txBody>
      </p:sp>
      <p:pic>
        <p:nvPicPr>
          <p:cNvPr id="10" name="Picture 9" descr="fig6_cos_vs_p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999232"/>
            <a:ext cx="9509760" cy="33814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0744" y="548640"/>
            <a:ext cx="101251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No boost needed to see it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66420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Take only events where the meson system is already at rest along z, |p_z| &lt; 10 GeV. The lab frame is then the rest frame.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59689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532888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With no boost applied anywhere, the raw lab η is still 57.5% negative, ⟨η⟩ = −0.278.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529584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465576"/>
            <a:ext cx="51206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So the effect is not something our boost or our column code introduces.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80060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5001768"/>
            <a:ext cx="488289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B2A41"/>
                </a:solidFill>
                <a:latin typeface="Calibri"/>
              </a:rPr>
              <a:t>Rules out: any suspicion that the asymmetry is manufactured by the rest-frame transformation used in the previous slides.</a:t>
            </a:r>
          </a:p>
        </p:txBody>
      </p:sp>
      <p:pic>
        <p:nvPicPr>
          <p:cNvPr id="12" name="Picture 11" descr="fig7_no_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709160" cy="4194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It is not a bookkeeping error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38988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325880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Scan a longitudinal boost β_z, and separately a longitudinal momentum offset Δp_z, applied to the rest-frame momenta.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920239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56231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⟨cosθ*_z⟩ can be driven to zero by either, but corr(p*, cosθ*_z) — how well a meson's direction predicts its momentum — never falls below about 0.47, and the distribution never becomes flat.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450591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86584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No choice of frame or shift makes the sample isotropic — the sampling of the meson directions is itself z-dependent.</a:t>
            </a:r>
          </a:p>
        </p:txBody>
      </p:sp>
      <p:pic>
        <p:nvPicPr>
          <p:cNvPr id="9" name="Picture 8" descr="fig9_not_a_frame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999232"/>
            <a:ext cx="9509760" cy="3381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What it costs us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38988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325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The reconstructed muon-detector clusters inherit the asymmetry directly.</a:t>
            </a:r>
          </a:p>
        </p:txBody>
      </p:sp>
      <p:pic>
        <p:nvPicPr>
          <p:cNvPr id="5" name="Picture 4" descr="fig8_reco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8800"/>
            <a:ext cx="7863840" cy="27962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78240" y="1828800"/>
            <a:ext cx="2697480" cy="2798064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2029968"/>
            <a:ext cx="2185416" cy="239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B2A41"/>
                </a:solidFill>
                <a:latin typeface="Calibri"/>
              </a:rPr>
              <a:t>Any per-endcap efficiency or acceptance from these samples is biased at the few-percent level.
Folding into |η| is not a repair — see the next two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98348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4572E"/>
                </a:solidFill>
                <a:latin typeface="Cambria"/>
              </a:rPr>
              <a:t>+0.015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13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CSC, T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98348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4572E"/>
                </a:solidFill>
                <a:latin typeface="Cambria"/>
              </a:rPr>
              <a:t>+0.072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513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CSC, T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498348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4572E"/>
                </a:solidFill>
                <a:latin typeface="Cambria"/>
              </a:rPr>
              <a:t>−0.014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5513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DT, T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498348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4572E"/>
                </a:solidFill>
                <a:latin typeface="Cambria"/>
              </a:rPr>
              <a:t>+0.019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55138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A8F"/>
                </a:solidFill>
                <a:latin typeface="Calibri"/>
              </a:rPr>
              <a:t>DT, T =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Root cause: one character in SuepShower.cc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43560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371600"/>
            <a:ext cx="56692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The mediator decay is replaced by the SuepDecay Pythia hook, which calls SuepShower::generateFourVector() once per dark meson: draw a thermal |p|, then draw isotropic angles.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606040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542032"/>
            <a:ext cx="56692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The z component of that 4-vector is built with sin(θ) where it should be cos(θ). Every meson is therefore generated with p_z ≥ 0.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3776472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712464"/>
            <a:ext cx="56692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generateShower() then subtracts the mean 3-momentum from every daughter, which pushes the bulk of them to negative p_z — and leaves the hard ones at +z. That is the whole effect.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4389120" cy="214884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2631" y="1572768"/>
            <a:ext cx="3877056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B2A41"/>
                </a:solidFill>
                <a:latin typeface="Calibri"/>
              </a:rPr>
              <a:t>Already fixed upstream.
The one-line patch landed in CMSSW_15_0_15 (1 Oct 2025) and in 15_1_0. Everything from 14_0_0 through 15_0_14 carries the bug — our samples were made with 15_0_2.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892040"/>
            <a:ext cx="10744200" cy="141732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093207"/>
            <a:ext cx="10232136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9264" y="507492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A8F"/>
                </a:solidFill>
                <a:latin typeface="Calibri"/>
              </a:rPr>
              <a:t>GeneratorInterface/Pythia8Interface/src/SuepShower.cc : 158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54132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572E"/>
                </a:solidFill>
                <a:latin typeface="Courier New"/>
              </a:rPr>
              <a:t>−   Vec4(p*cos(phi)*sin(theta), p*sin(phi)*sin(theta), p*sin(theta), 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577900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C7293"/>
                </a:solidFill>
                <a:latin typeface="Courier New"/>
              </a:rPr>
              <a:t>+   Vec4(p*cos(phi)*sin(theta), p*sin(phi)*sin(theta), p*cos(theta), en)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A41"/>
                </a:solidFill>
                <a:latin typeface="Cambria"/>
              </a:rPr>
              <a:t>The typo reproduces the samples exactly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36245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298448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A toy re-implementation of SuepShower with the typo matches the samples bin for bin: ⟨cosθ*_z⟩ = −0.184 against −0.182 measured, multiplicity 31.0 against 31.0, ⟨p*⟩ = 3.42 against 3.41 GeV. With cos(θ) it gives −0.0003 and a flat distribution.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020823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56815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B2A41"/>
                </a:solidFill>
                <a:latin typeface="Calibri"/>
              </a:rPr>
              <a:t>Folding into |η| removes the forward/backward asymmetry but not the distortion: the folded angular distribution is still wrong by up to 50%. These samples cannot be repaired after the fact — they need regenerating.</a:t>
            </a:r>
          </a:p>
        </p:txBody>
      </p:sp>
      <p:pic>
        <p:nvPicPr>
          <p:cNvPr id="7" name="Picture 6" descr="fig10_root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880360"/>
            <a:ext cx="9509760" cy="33853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Where that leaves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FB2CB"/>
                </a:solidFill>
                <a:latin typeface="Calibri"/>
              </a:rPr>
              <a:t>ESTABLISHED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938527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The asymmetry is real, gen-level, and about 5–10% in the meson yield.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761487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9747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Cause: SuepShower.cc builds p_z with sin(θ) instead of cos(θ).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584447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52043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A toy with that one line reproduces the samples bin for bin.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40740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3434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Fixed upstream in CMSSW_15_0_15; our samples used 15_0_2.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09C7E"/>
                </a:solidFill>
                <a:latin typeface="Calibri"/>
              </a:rPr>
              <a:t>OPEN FOR DISCUSSION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1938527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When do we regenerate? Every point, or only what the analysis needs?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2761487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69747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Move the GEN step to CMSSW_15_0_15+, or patch 15_0_2 in place?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3584447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2043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Which other SUEP samples — central productions, other analyses — were made with an affected release?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440740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3434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Calibri"/>
              </a:rPr>
              <a:t>Anything already shown from these samples needs revisiting.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EA3BC"/>
                </a:solidFill>
                <a:latin typeface="Calibri"/>
              </a:rPr>
              <a:t>Diagnostics reproducible from the MDSNANO files: 3 files, 60k events, gen-level only.  ·  Root cause confirmed against a toy of the generator.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